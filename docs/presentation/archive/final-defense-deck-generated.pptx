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ntsf/assets/camp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rgbClr val="1E2761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702552" y="0"/>
            <a:ext cx="11887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2"/>
          <p:cNvSpPr/>
          <p:nvPr/>
        </p:nvSpPr>
        <p:spPr>
          <a:xfrm>
            <a:off x="6702552" y="0"/>
            <a:ext cx="128016" cy="6858000"/>
          </a:xfrm>
          <a:prstGeom prst="rect">
            <a:avLst/>
          </a:prstGeom>
          <a:solidFill>
            <a:srgbClr val="1E2761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821424" y="0"/>
            <a:ext cx="128016" cy="6858000"/>
          </a:xfrm>
          <a:prstGeom prst="rect">
            <a:avLst/>
          </a:prstGeom>
          <a:solidFill>
            <a:srgbClr val="1E2761">
              <a:alpha val="86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940296" y="0"/>
            <a:ext cx="128016" cy="6858000"/>
          </a:xfrm>
          <a:prstGeom prst="rect">
            <a:avLst/>
          </a:prstGeom>
          <a:solidFill>
            <a:srgbClr val="1E2761">
              <a:alpha val="77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59168" y="0"/>
            <a:ext cx="128016" cy="6858000"/>
          </a:xfrm>
          <a:prstGeom prst="rect">
            <a:avLst/>
          </a:prstGeom>
          <a:solidFill>
            <a:srgbClr val="1E2761">
              <a:alpha val="6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178040" y="0"/>
            <a:ext cx="128016" cy="6858000"/>
          </a:xfrm>
          <a:prstGeom prst="rect">
            <a:avLst/>
          </a:prstGeom>
          <a:solidFill>
            <a:srgbClr val="1E2761">
              <a:alpha val="59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296912" y="0"/>
            <a:ext cx="128016" cy="6858000"/>
          </a:xfrm>
          <a:prstGeom prst="rect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415784" y="0"/>
            <a:ext cx="128016" cy="6858000"/>
          </a:xfrm>
          <a:prstGeom prst="rect">
            <a:avLst/>
          </a:prstGeom>
          <a:solidFill>
            <a:srgbClr val="1E2761">
              <a:alpha val="41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534656" y="0"/>
            <a:ext cx="128016" cy="6858000"/>
          </a:xfrm>
          <a:prstGeom prst="rect">
            <a:avLst/>
          </a:prstGeom>
          <a:solidFill>
            <a:srgbClr val="1E2761">
              <a:alpha val="3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653528" y="0"/>
            <a:ext cx="128016" cy="6858000"/>
          </a:xfrm>
          <a:prstGeom prst="rect">
            <a:avLst/>
          </a:prstGeom>
          <a:solidFill>
            <a:srgbClr val="1E2761">
              <a:alpha val="2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0" y="0"/>
            <a:ext cx="128016" cy="6858000"/>
          </a:xfrm>
          <a:prstGeom prst="rect">
            <a:avLst/>
          </a:prstGeom>
          <a:solidFill>
            <a:srgbClr val="1E2761">
              <a:alpha val="1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54864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/home/claude/kntsf/assets/logo_c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58368"/>
            <a:ext cx="740664" cy="740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0080" y="17830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2103120"/>
            <a:ext cx="5806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NFC-Based Student Permit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and Governance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4069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platform for permits, verified payments, SRC operations, and student verification.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40080" y="5074920"/>
            <a:ext cx="5669280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5257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Daud Abdul-Rahim   •   Kwuatsenu Divine   •   M’Bangot-Menard Naeem Latif Dieudonne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Bryan Laryea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040880" y="5989320"/>
            <a:ext cx="4830775" cy="502920"/>
          </a:xfrm>
          <a:prstGeom prst="roundRect">
            <a:avLst>
              <a:gd name="adj" fmla="val 14545"/>
            </a:avLst>
          </a:prstGeom>
          <a:solidFill>
            <a:srgbClr val="161C4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40880" y="5989320"/>
            <a:ext cx="4830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services  ·  stronger accountability  ·  safer verification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processes created delays and weak accountability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was not just a paper form — it was the missing connection between each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6334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kntsf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27808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4780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788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wait while eligibility and payment were confirmed.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630168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3931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kntsf/icons/user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09" y="40793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7764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40873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coordinate records across separate activities.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928616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52303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kntsf/icons/idc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09" y="537776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5074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staff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63040" y="538581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 current, auditable permit decision.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19659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fragmented journey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263640" y="242316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28232" y="253288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428232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24231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601968" y="3008376"/>
            <a:ext cx="0" cy="182880"/>
          </a:xfrm>
          <a:prstGeom prst="line">
            <a:avLst/>
          </a:prstGeom>
          <a:noFill/>
          <a:ln w="25400">
            <a:solidFill>
              <a:srgbClr val="C6CFEE"/>
            </a:solidFill>
            <a:prstDash val="sysDot"/>
          </a:ln>
        </p:spPr>
      </p:sp>
      <p:sp>
        <p:nvSpPr>
          <p:cNvPr id="26" name="Shape 21"/>
          <p:cNvSpPr/>
          <p:nvPr/>
        </p:nvSpPr>
        <p:spPr>
          <a:xfrm>
            <a:off x="6263640" y="3209544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28232" y="33192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42823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6949440" y="32095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601968" y="3794760"/>
            <a:ext cx="0" cy="182880"/>
          </a:xfrm>
          <a:prstGeom prst="line">
            <a:avLst/>
          </a:prstGeom>
          <a:noFill/>
          <a:ln w="25400">
            <a:solidFill>
              <a:srgbClr val="C6CFEE"/>
            </a:solidFill>
            <a:prstDash val="sysDot"/>
          </a:ln>
        </p:spPr>
      </p:sp>
      <p:sp>
        <p:nvSpPr>
          <p:cNvPr id="31" name="Shape 26"/>
          <p:cNvSpPr/>
          <p:nvPr/>
        </p:nvSpPr>
        <p:spPr>
          <a:xfrm>
            <a:off x="6263640" y="3995928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428232" y="410565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428232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6949440" y="39959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6601968" y="4581144"/>
            <a:ext cx="0" cy="182880"/>
          </a:xfrm>
          <a:prstGeom prst="line">
            <a:avLst/>
          </a:prstGeom>
          <a:noFill/>
          <a:ln w="25400">
            <a:solidFill>
              <a:srgbClr val="C6CFEE"/>
            </a:solidFill>
            <a:prstDash val="sysDot"/>
          </a:ln>
        </p:spPr>
      </p:sp>
      <p:sp>
        <p:nvSpPr>
          <p:cNvPr id="36" name="Shape 31"/>
          <p:cNvSpPr/>
          <p:nvPr/>
        </p:nvSpPr>
        <p:spPr>
          <a:xfrm>
            <a:off x="6263640" y="4782312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7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428232" y="48920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428232" y="4892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6949440" y="478231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6263640" y="5550408"/>
            <a:ext cx="5349240" cy="530352"/>
          </a:xfrm>
          <a:prstGeom prst="roundRect">
            <a:avLst>
              <a:gd name="adj" fmla="val 12069"/>
            </a:avLst>
          </a:prstGeom>
          <a:solidFill>
            <a:srgbClr val="FBE7E4"/>
          </a:solidFill>
          <a:ln w="12700">
            <a:solidFill>
              <a:srgbClr val="F1C6BE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492240" y="5550408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3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slower service and limited audit visibility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backend connects the website, mobile app, and verification decisions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interfaces. One controlled source of truth.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8008" y="224028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0888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kntsf/icons/lap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647" y="25539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439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00888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information and administrative operations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21328" y="224028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4208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kntsf/icons/mob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967" y="25539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0771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404208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services and authorized staff verification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141068" y="3529584"/>
            <a:ext cx="0" cy="411480"/>
          </a:xfrm>
          <a:prstGeom prst="line">
            <a:avLst/>
          </a:prstGeom>
          <a:noFill/>
          <a:ln w="22225">
            <a:solidFill>
              <a:srgbClr val="6B7BA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844388" y="3529584"/>
            <a:ext cx="0" cy="411480"/>
          </a:xfrm>
          <a:prstGeom prst="line">
            <a:avLst/>
          </a:prstGeom>
          <a:noFill/>
          <a:ln w="22225">
            <a:solidFill>
              <a:srgbClr val="6B7BA8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18008" y="3977640"/>
            <a:ext cx="69494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4040" y="4210812"/>
            <a:ext cx="585216" cy="585216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9" name="Image 2" descr="/home/claude/kntsf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96" y="4362968"/>
            <a:ext cx="280904" cy="2809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23848" y="41788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523848" y="44897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rules + one database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3992728" y="5065776"/>
            <a:ext cx="0" cy="420624"/>
          </a:xfrm>
          <a:prstGeom prst="line">
            <a:avLst/>
          </a:prstGeom>
          <a:noFill/>
          <a:ln w="22225">
            <a:solidFill>
              <a:srgbClr val="6B7BA8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18008" y="5486400"/>
            <a:ext cx="6949440" cy="960120"/>
          </a:xfrm>
          <a:prstGeom prst="roundRect">
            <a:avLst>
              <a:gd name="adj" fmla="val 8571"/>
            </a:avLst>
          </a:prstGeom>
          <a:solidFill>
            <a:srgbClr val="EAF8F7"/>
          </a:solidFill>
          <a:ln w="12700">
            <a:solidFill>
              <a:srgbClr val="BEE9E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55752" y="5710428"/>
            <a:ext cx="512064" cy="512064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25" name="Image 3" descr="/home/claude/kntsf/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888" y="5843565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14120" y="5623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decision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414120" y="5943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permit, payment, role, and audit state — everywhere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enforces the business rules for every channel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remain independent interfaces, while permissions, payments, permits, and verification stay centralized.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546708" y="2148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93012" y="23911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kntsf/icons/lap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638" y="2514783"/>
            <a:ext cx="228234" cy="2282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59940" y="2276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259940" y="25877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• React • TypeScript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89324" y="2628900"/>
            <a:ext cx="338328" cy="640080"/>
          </a:xfrm>
          <a:prstGeom prst="line">
            <a:avLst/>
          </a:prstGeom>
          <a:noFill/>
          <a:ln w="22225">
            <a:solidFill>
              <a:srgbClr val="C6CF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46708" y="34290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93012" y="36713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kntsf/icons/mob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38" y="379494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59940" y="35570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259940" y="3867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React Native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 flipV="1">
            <a:off x="4189324" y="3268980"/>
            <a:ext cx="338328" cy="640080"/>
          </a:xfrm>
          <a:prstGeom prst="line">
            <a:avLst/>
          </a:prstGeom>
          <a:noFill/>
          <a:ln w="22225">
            <a:solidFill>
              <a:srgbClr val="C6CF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64228" y="2039112"/>
            <a:ext cx="3063240" cy="2459736"/>
          </a:xfrm>
          <a:prstGeom prst="roundRect">
            <a:avLst>
              <a:gd name="adj" fmla="val 371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84952" y="2240280"/>
            <a:ext cx="621792" cy="621792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9" name="Image 2" descr="/home/claude/kntsf/icons/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618" y="2401946"/>
            <a:ext cx="298460" cy="298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1388" y="29535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701388" y="330098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+ API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authentication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38948" y="2788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85252" y="30312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kntsf/icon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878" y="3154863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752180" y="29169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8752180" y="32278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store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664044" y="3268980"/>
            <a:ext cx="338328" cy="0"/>
          </a:xfrm>
          <a:prstGeom prst="line">
            <a:avLst/>
          </a:prstGeom>
          <a:noFill/>
          <a:ln w="22225">
            <a:solidFill>
              <a:srgbClr val="C6CF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95848" y="4517136"/>
            <a:ext cx="0" cy="347472"/>
          </a:xfrm>
          <a:prstGeom prst="line">
            <a:avLst/>
          </a:prstGeom>
          <a:noFill/>
          <a:ln w="22225">
            <a:solidFill>
              <a:srgbClr val="C6CFEE"/>
            </a:solidFill>
            <a:prstDash val="solid"/>
            <a:tailEnd type="triangle"/>
          </a:ln>
        </p:spPr>
      </p:sp>
      <p:sp>
        <p:nvSpPr>
          <p:cNvPr id="29" name="Text 23"/>
          <p:cNvSpPr txBox="1"/>
          <p:nvPr/>
        </p:nvSpPr>
        <p:spPr>
          <a:xfrm>
            <a:off x="1180948" y="4864608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rule: clients display the backend’s current decision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546708" y="523036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DE9FB"/>
          </a:solidFill>
          <a:ln w="12700">
            <a:solidFill>
              <a:srgbClr val="D9D0F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729588" y="5376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729588" y="5687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payment verification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8038948" y="5230368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4F7F5"/>
          </a:solidFill>
          <a:ln w="12700">
            <a:solidFill>
              <a:srgbClr val="BEE9E6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221828" y="5376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+ staff device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8221828" y="5687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D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initiates an authenticated lookup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2849728" y="5175504"/>
            <a:ext cx="0" cy="54864"/>
          </a:xfrm>
          <a:prstGeom prst="line">
            <a:avLst/>
          </a:prstGeom>
          <a:noFill/>
          <a:ln w="19050">
            <a:solidFill>
              <a:srgbClr val="C6CFEE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341968" y="5175504"/>
            <a:ext cx="0" cy="54864"/>
          </a:xfrm>
          <a:prstGeom prst="line">
            <a:avLst/>
          </a:prstGeom>
          <a:noFill/>
          <a:ln w="19050">
            <a:solidFill>
              <a:srgbClr val="C6CFEE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WORKFLOW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permit is issued only after eligibility and verified payment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redirect is not accepted as proof of payment; the backend verifies the transaction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26060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pic>
        <p:nvPicPr>
          <p:cNvPr id="6" name="Image 0" descr="/home/claude/kntsf/icons/idc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816352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09928" y="2441448"/>
            <a:ext cx="329184" cy="32918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0992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9776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the permit request.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04872" y="3063240"/>
            <a:ext cx="1591056" cy="0"/>
          </a:xfrm>
          <a:prstGeom prst="line">
            <a:avLst/>
          </a:prstGeom>
          <a:noFill/>
          <a:ln w="25400">
            <a:solidFill>
              <a:srgbClr val="B9C3E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069080" y="26060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pic>
        <p:nvPicPr>
          <p:cNvPr id="13" name="Image 1" descr="/home/claude/kntsf/icons/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816352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61688" y="2441448"/>
            <a:ext cx="329184" cy="32918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36168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24612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310128" y="39776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applies the required checks.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56632" y="3063240"/>
            <a:ext cx="1591056" cy="0"/>
          </a:xfrm>
          <a:prstGeom prst="line">
            <a:avLst/>
          </a:prstGeom>
          <a:noFill/>
          <a:ln w="25400">
            <a:solidFill>
              <a:srgbClr val="B9C3E8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720840" y="26060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pic>
        <p:nvPicPr>
          <p:cNvPr id="20" name="Image 2" descr="/home/claude/kntsf/icons/creditc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816352"/>
            <a:ext cx="457200" cy="457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013448" y="2441448"/>
            <a:ext cx="329184" cy="32918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01344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89788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payment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961888" y="39776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result is confirmed server-side.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708392" y="3063240"/>
            <a:ext cx="1591056" cy="0"/>
          </a:xfrm>
          <a:prstGeom prst="line">
            <a:avLst/>
          </a:prstGeom>
          <a:noFill/>
          <a:ln w="25400">
            <a:solidFill>
              <a:srgbClr val="B9C3E8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372600" y="2606040"/>
            <a:ext cx="914400" cy="914400"/>
          </a:xfrm>
          <a:prstGeom prst="ellipse">
            <a:avLst/>
          </a:prstGeom>
          <a:solidFill>
            <a:srgbClr val="0FB5AE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pic>
        <p:nvPicPr>
          <p:cNvPr id="27" name="Image 3" descr="/home/claude/kntsf/icons/fl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816352"/>
            <a:ext cx="457200" cy="4572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65208" y="2441448"/>
            <a:ext cx="329184" cy="32918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66520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854964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permit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613648" y="39776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Receipt, history, renewal, and verification use the same record.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5074920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EAF8F7"/>
          </a:solidFill>
          <a:ln w="12700">
            <a:solidFill>
              <a:srgbClr val="BEE9E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34" name="Image 4" descr="/home/claude/kntsf/icons/checkcirc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508760" y="5193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1508760" y="54406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permit is created only from a verified backend state; duplicate processing is controlled.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EXPERIENCE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centralizes daily SRC operations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6903720" cy="3506903"/>
          </a:xfrm>
          <a:prstGeom prst="roundRect">
            <a:avLst>
              <a:gd name="adj" fmla="val 2607"/>
            </a:avLst>
          </a:prstGeom>
          <a:solidFill>
            <a:srgbClr val="161C4C"/>
          </a:solidFill>
          <a:ln/>
          <a:effectLst>
            <a:outerShdw sx="100000" sy="100000" kx="0" ky="0" algn="bl" rotWithShape="0" blurRad="152400" dist="50800" dir="5400000">
              <a:srgbClr val="1E276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128016" cy="128016"/>
          </a:xfrm>
          <a:prstGeom prst="ellipse">
            <a:avLst/>
          </a:prstGeom>
          <a:solidFill>
            <a:srgbClr val="E8674C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572768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572768"/>
            <a:ext cx="128016" cy="128016"/>
          </a:xfrm>
          <a:prstGeom prst="ellipse">
            <a:avLst/>
          </a:prstGeom>
          <a:solidFill>
            <a:srgbClr val="35C86A"/>
          </a:solidFill>
          <a:ln/>
        </p:spPr>
      </p:sp>
      <p:pic>
        <p:nvPicPr>
          <p:cNvPr id="8" name="Image 0" descr="/home/claude/kntsf/assets/dashboard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903720" cy="312285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152823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— Knutsford SRC Permit Verification Portal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18288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0" y="2084832"/>
            <a:ext cx="512064" cy="512064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2" name="Image 1" descr="/home/claude/kntsf/icons/user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857" y="221796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4672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workspace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31546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permit activity and payment records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receipts and monitor status history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complaints, announcements, budgets, reports, and elections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public information from restricted administrative records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46720" y="55046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61C4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046720" y="5504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 control access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EXPERIENCE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mobile app presents different workflows by role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displays the backend’s decision; it does not independently decide whether a permit is valid.</a:t>
            </a:r>
            <a:endParaRPr lang="en-US" sz="1250" dirty="0"/>
          </a:p>
        </p:txBody>
      </p:sp>
      <p:pic>
        <p:nvPicPr>
          <p:cNvPr id="5" name="Image 0" descr="/home/claude/kntsf/assets/mobile_student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1874520" cy="406532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2880360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2880360" y="26517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requests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receipts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permit status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and elections</a:t>
            </a:r>
            <a:endParaRPr lang="en-US" sz="1250" dirty="0"/>
          </a:p>
        </p:txBody>
      </p:sp>
      <p:pic>
        <p:nvPicPr>
          <p:cNvPr id="8" name="Image 1" descr="/home/claude/kntsf/assets/mobile_staff_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57400"/>
            <a:ext cx="1874520" cy="406532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E2761">
                <a:alpha val="20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8503920" y="2148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staff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265176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verification workflow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Student-number fallback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backend result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audit record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SECURITY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starts the lookup; the backend decides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carries an identifier — not a complete student profile or a permanent permit decision.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EDE9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44144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Tap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9864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reads the registered NFC identifier.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13632" y="3086100"/>
            <a:ext cx="237744" cy="0"/>
          </a:xfrm>
          <a:prstGeom prst="line">
            <a:avLst/>
          </a:prstGeom>
          <a:noFill/>
          <a:ln w="25400">
            <a:solidFill>
              <a:srgbClr val="5C69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78808" y="22402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61C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44144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Check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89864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confirms the verifier, linked record, and current permit state.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3086100"/>
            <a:ext cx="237744" cy="0"/>
          </a:xfrm>
          <a:prstGeom prst="line">
            <a:avLst/>
          </a:prstGeom>
          <a:noFill/>
          <a:ln w="25400">
            <a:solidFill>
              <a:srgbClr val="5C69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08976" y="22402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E4F7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65008" y="244144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Return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065008" y="2898648"/>
            <a:ext cx="2825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authorized verification result is displayed and logged.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AROUND THE LOOKUP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61C4C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617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79192" y="46177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61C4C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9192" y="4617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9744" y="46177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61C4C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617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0296" y="46177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61C4C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0296" y="4617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70848" y="4617720"/>
            <a:ext cx="1993392" cy="566928"/>
          </a:xfrm>
          <a:prstGeom prst="roundRect">
            <a:avLst>
              <a:gd name="adj" fmla="val 50000"/>
            </a:avLst>
          </a:prstGeom>
          <a:solidFill>
            <a:srgbClr val="161C4C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70848" y="4617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payments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61C4C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5504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0" name="Image 0" descr="/home/claude/kntsf/icons/exclama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669280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371600" y="5394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copied identifiers remain a risk; stronger deployments can add cryptographic tags or controlled devices.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C6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EVIDENCE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exercised the digital permit and payment workflow at scale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validate permit and payment operations — not a completed campus-wide NFC rollout.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40280"/>
            <a:ext cx="73152" cy="2011680"/>
          </a:xfrm>
          <a:prstGeom prst="rect">
            <a:avLst/>
          </a:prstGeom>
          <a:solidFill>
            <a:srgbClr val="0FB5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048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2,021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85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student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224028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2240280"/>
            <a:ext cx="73152" cy="2011680"/>
          </a:xfrm>
          <a:prstGeom prst="rect">
            <a:avLst/>
          </a:prstGeom>
          <a:solidFill>
            <a:srgbClr val="0FB5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24048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2,769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685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records linked to successful payments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0" y="224028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0" y="2240280"/>
            <a:ext cx="73152" cy="2011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01000" y="2404872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276,900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3685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successful pilot transactions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0607040" cy="1325880"/>
          </a:xfrm>
          <a:prstGeom prst="roundRect">
            <a:avLst>
              <a:gd name="adj" fmla="val 6207"/>
            </a:avLst>
          </a:prstGeom>
          <a:solidFill>
            <a:srgbClr val="FFF3E0"/>
          </a:solidFill>
          <a:ln w="12700">
            <a:solidFill>
              <a:srgbClr val="F4D9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2803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3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permits exceed students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4846320"/>
            <a:ext cx="0" cy="868680"/>
          </a:xfrm>
          <a:prstGeom prst="line">
            <a:avLst/>
          </a:prstGeom>
          <a:noFill/>
          <a:ln w="19050">
            <a:solidFill>
              <a:srgbClr val="F4D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4828032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count different things: 2,021 registered students versus 2,769 processed permit/payment records. Some students have repeated records across permit periods.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POST-SUBMISSION VALIDATION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latest verified build passed 337 automated tests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validation continued after the report was submitted.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617720" cy="2788920"/>
          </a:xfrm>
          <a:prstGeom prst="roundRect">
            <a:avLst>
              <a:gd name="adj" fmla="val 32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41448"/>
            <a:ext cx="548640" cy="548640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7" name="Image 0" descr="/home/claude/kntsf/icons/flas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584094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089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337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9319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4361688"/>
            <a:ext cx="4032504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4480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1,657 assertions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532120" y="2148840"/>
            <a:ext cx="6110935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9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806440" y="2404872"/>
            <a:ext cx="5562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checks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2880360"/>
            <a:ext cx="5562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feature and API tests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checks passed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lint passed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failed checks in the verified run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21208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EFF2FC"/>
          </a:solidFill>
          <a:ln w="12700">
            <a:solidFill>
              <a:srgbClr val="DCE2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2120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contains the submission-time count; this slide reports the newer current-build validation.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GHS 32,450 rollout keeps adoption realistic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stages reduce operational risk and create room for training, monitoring, and improvement.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880360" cy="37947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9636" y="2496312"/>
            <a:ext cx="658368" cy="658368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7" name="Image 0" descr="/home/claude/kntsf/icons/moneybi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812" y="2667488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BUDGET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850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32,450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914400" y="4873752"/>
            <a:ext cx="2148840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029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envelope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06240" y="2788920"/>
            <a:ext cx="0" cy="1216152"/>
          </a:xfrm>
          <a:prstGeom prst="line">
            <a:avLst/>
          </a:prstGeom>
          <a:noFill/>
          <a:ln w="25400">
            <a:solidFill>
              <a:srgbClr val="C6CF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86200" y="2148840"/>
            <a:ext cx="640080" cy="640080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86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709160" y="2130552"/>
            <a:ext cx="6446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37760" y="222199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Prepare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937760" y="2569464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accounts, training, and controlled verification points.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06240" y="4096512"/>
            <a:ext cx="0" cy="1216152"/>
          </a:xfrm>
          <a:prstGeom prst="line">
            <a:avLst/>
          </a:prstGeom>
          <a:noFill/>
          <a:ln w="25400">
            <a:solidFill>
              <a:srgbClr val="C6CF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86200" y="345643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886200" y="3456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709160" y="3438144"/>
            <a:ext cx="6446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37760" y="3529584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Expand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387705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permit use and authorized staff coverage.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886200" y="476402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886200" y="4764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709160" y="4745736"/>
            <a:ext cx="6446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4937760" y="483717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Improve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937760" y="518464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adoption, support users, and refine the system.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 connects every channel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26100001   •   permit ending 0259   •   active 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760720" cy="3039094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396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pic>
        <p:nvPicPr>
          <p:cNvPr id="7" name="Image 0" descr="/home/claude/kntsf/assets/dashboard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5303520" cy="2399014"/>
          </a:xfrm>
          <a:prstGeom prst="rect">
            <a:avLst/>
          </a:prstGeom>
        </p:spPr>
      </p:pic>
      <p:pic>
        <p:nvPicPr>
          <p:cNvPr id="8" name="Image 1" descr="/home/claude/kntsf/icons/checkcircle_0FB5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42245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20116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pic>
        <p:nvPicPr>
          <p:cNvPr id="10" name="Image 2" descr="/home/claude/kntsf/assets/mobile_studen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77440"/>
            <a:ext cx="1234440" cy="267716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pic>
      <p:pic>
        <p:nvPicPr>
          <p:cNvPr id="11" name="Image 3" descr="/home/claude/kntsf/icons/checkcircle_0FB5A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3422456"/>
            <a:ext cx="402336" cy="40233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144000" y="2011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VERIFICATION</a:t>
            </a:r>
            <a:endParaRPr lang="en-US" sz="1100" dirty="0"/>
          </a:p>
        </p:txBody>
      </p:sp>
      <p:pic>
        <p:nvPicPr>
          <p:cNvPr id="13" name="Image 4" descr="/home/claude/kntsf/assets/mobile_staff_cropp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377440"/>
            <a:ext cx="1234440" cy="267716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761">
                <a:alpha val="18000"/>
              </a:srgbClr>
            </a:outerShdw>
          </a:effectLst>
        </p:spPr>
      </p:pic>
      <p:sp>
        <p:nvSpPr>
          <p:cNvPr id="14" name="Shape 7"/>
          <p:cNvSpPr/>
          <p:nvPr/>
        </p:nvSpPr>
        <p:spPr>
          <a:xfrm>
            <a:off x="548640" y="5374643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5" name="Text 8"/>
          <p:cNvSpPr txBox="1"/>
          <p:nvPr/>
        </p:nvSpPr>
        <p:spPr>
          <a:xfrm>
            <a:off x="822960" y="5374643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demonstration proves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4206240" y="5511803"/>
            <a:ext cx="0" cy="594360"/>
          </a:xfrm>
          <a:prstGeom prst="line">
            <a:avLst/>
          </a:prstGeom>
          <a:noFill/>
          <a:ln w="19050">
            <a:solidFill>
              <a:srgbClr val="3A468F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4434840" y="5374643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website, student app, and authorized staff workflow return the same backend-controlled record.</a:t>
            </a:r>
            <a:endParaRPr lang="en-US" sz="1250" dirty="0"/>
          </a:p>
        </p:txBody>
      </p:sp>
      <p:sp>
        <p:nvSpPr>
          <p:cNvPr id="18" name="Text 11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7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120640" cy="512064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-2194560"/>
            <a:ext cx="4754880" cy="4754880"/>
          </a:xfrm>
          <a:prstGeom prst="ellipse">
            <a:avLst/>
          </a:prstGeom>
          <a:solidFill>
            <a:srgbClr val="161C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accountable system replaces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decisions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connects: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530352" cy="530352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8" name="Image 0" descr="/home/claude/kntsf/icons/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301825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72768" y="288036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backend across web and mobile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530352" cy="530352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1" name="Image 1" descr="/home/claude/kntsf/icons/creditc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379549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72768" y="3657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payment before permit issuance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22960" y="4434840"/>
            <a:ext cx="530352" cy="530352"/>
          </a:xfrm>
          <a:prstGeom prst="ellipse">
            <a:avLst/>
          </a:prstGeom>
          <a:solidFill>
            <a:srgbClr val="0FB5AE"/>
          </a:solidFill>
          <a:ln/>
        </p:spPr>
      </p:sp>
      <p:pic>
        <p:nvPicPr>
          <p:cNvPr id="14" name="Image 2" descr="/home/claude/kntsf/icons/wifi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4572732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72768" y="443484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Backend-controlled verification with an honest phased rollout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964692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9646920" y="3657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2960" y="5394960"/>
            <a:ext cx="10515600" cy="0"/>
          </a:xfrm>
          <a:prstGeom prst="line">
            <a:avLst/>
          </a:prstGeom>
          <a:noFill/>
          <a:ln w="12700">
            <a:solidFill>
              <a:srgbClr val="31408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continued, controlled institutional adoption.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00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C6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KNUTSFORD UNIVERSITY  ·  NFC PERMIT &amp; GOVERNANCE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2026-09-02T00:58:01Z</dcterms:created>
  <dcterms:modified xsi:type="dcterms:W3CDTF">2026-09-02T00:58:01Z</dcterms:modified>
</cp:coreProperties>
</file>